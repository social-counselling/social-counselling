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5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691A5D7B-2F07-48C0-ADE0-E8D8AB9DF37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873E978F-E681-4AFF-A2C0-1CC0A62DC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130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D7B-2F07-48C0-ADE0-E8D8AB9DF37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E978F-E681-4AFF-A2C0-1CC0A62DC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318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D7B-2F07-48C0-ADE0-E8D8AB9DF37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E978F-E681-4AFF-A2C0-1CC0A62DC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16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D7B-2F07-48C0-ADE0-E8D8AB9DF37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E978F-E681-4AFF-A2C0-1CC0A62DC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69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D7B-2F07-48C0-ADE0-E8D8AB9DF37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E978F-E681-4AFF-A2C0-1CC0A62DC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784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D7B-2F07-48C0-ADE0-E8D8AB9DF37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E978F-E681-4AFF-A2C0-1CC0A62DC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01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D7B-2F07-48C0-ADE0-E8D8AB9DF37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E978F-E681-4AFF-A2C0-1CC0A62DC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38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D7B-2F07-48C0-ADE0-E8D8AB9DF37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E978F-E681-4AFF-A2C0-1CC0A62DC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641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D7B-2F07-48C0-ADE0-E8D8AB9DF37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E978F-E681-4AFF-A2C0-1CC0A62DC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950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D7B-2F07-48C0-ADE0-E8D8AB9DF37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E978F-E681-4AFF-A2C0-1CC0A62DC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722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D7B-2F07-48C0-ADE0-E8D8AB9DF37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E978F-E681-4AFF-A2C0-1CC0A62DC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8109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D7B-2F07-48C0-ADE0-E8D8AB9DF37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E978F-E681-4AFF-A2C0-1CC0A62DC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280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D7B-2F07-48C0-ADE0-E8D8AB9DF37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E978F-E681-4AFF-A2C0-1CC0A62DC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6711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D7B-2F07-48C0-ADE0-E8D8AB9DF37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E978F-E681-4AFF-A2C0-1CC0A62DC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544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D7B-2F07-48C0-ADE0-E8D8AB9DF37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E978F-E681-4AFF-A2C0-1CC0A62DC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477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D7B-2F07-48C0-ADE0-E8D8AB9DF37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E978F-E681-4AFF-A2C0-1CC0A62DC66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957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D7B-2F07-48C0-ADE0-E8D8AB9DF37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E978F-E681-4AFF-A2C0-1CC0A62DC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110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1A5D7B-2F07-48C0-ADE0-E8D8AB9DF37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3E978F-E681-4AFF-A2C0-1CC0A62DC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5463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830E4-4030-7CB9-17DA-AF7494E16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Business Professionals Engaging in a Productive Discussion in a Modern Office Setting Group of professionals exchanging ideas in a collaborative office environment. group of corporate leaders stock pictures, royalty-free photos &amp; images">
            <a:extLst>
              <a:ext uri="{FF2B5EF4-FFF2-40B4-BE49-F238E27FC236}">
                <a16:creationId xmlns:a16="http://schemas.microsoft.com/office/drawing/2014/main" id="{0447C4A7-03E5-8F31-1C39-D72BF4E79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74AE96C-C9B3-59F1-4D8E-8BAF747B30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gerian" panose="04020705040A02060702" pitchFamily="82" charset="0"/>
              </a:rPr>
              <a:t>meet our listeners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36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27DEE-5DAC-A470-45BD-C66BFE3D5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B72815C-94B9-58ED-0633-25656E9100A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5263111" y="247374"/>
            <a:ext cx="5067739" cy="636325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0C1C1B6-04C9-51CE-BA46-6D02361DC6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55179" y="393291"/>
            <a:ext cx="7937285" cy="2881890"/>
          </a:xfrm>
        </p:spPr>
        <p:txBody>
          <a:bodyPr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chemeClr val="tx1">
                    <a:lumMod val="50000"/>
                  </a:schemeClr>
                </a:solidFill>
                <a:latin typeface="Tempus Sans ITC" panose="04020404030D07020202" pitchFamily="82" charset="0"/>
              </a:rPr>
              <a:t>Listener’s Name: </a:t>
            </a:r>
            <a:r>
              <a:rPr lang="en-US" sz="1200" dirty="0" err="1">
                <a:latin typeface="Tempus Sans ITC" panose="04020404030D07020202" pitchFamily="82" charset="0"/>
              </a:rPr>
              <a:t>preeti</a:t>
            </a:r>
            <a:r>
              <a:rPr lang="en-US" sz="1200" dirty="0">
                <a:latin typeface="Tempus Sans ITC" panose="04020404030D07020202" pitchFamily="82" charset="0"/>
              </a:rPr>
              <a:t> </a:t>
            </a:r>
            <a:r>
              <a:rPr lang="en-US" sz="1200" dirty="0" err="1">
                <a:latin typeface="Tempus Sans ITC" panose="04020404030D07020202" pitchFamily="82" charset="0"/>
              </a:rPr>
              <a:t>gupta</a:t>
            </a:r>
            <a:br>
              <a:rPr lang="en-US" sz="1600" dirty="0">
                <a:latin typeface="Tempus Sans ITC" panose="04020404030D07020202" pitchFamily="82" charset="0"/>
              </a:rPr>
            </a:br>
            <a:br>
              <a:rPr lang="en-US" sz="1600" dirty="0">
                <a:latin typeface="Tempus Sans ITC" panose="04020404030D07020202" pitchFamily="82" charset="0"/>
              </a:rPr>
            </a:br>
            <a:r>
              <a:rPr lang="en-US" sz="1600" b="1" dirty="0">
                <a:solidFill>
                  <a:schemeClr val="tx1">
                    <a:lumMod val="50000"/>
                  </a:schemeClr>
                </a:solidFill>
                <a:latin typeface="Tempus Sans ITC" panose="04020404030D07020202" pitchFamily="82" charset="0"/>
              </a:rPr>
              <a:t>Credentials: </a:t>
            </a:r>
            <a:r>
              <a:rPr lang="en-US" sz="1200" dirty="0">
                <a:latin typeface="Tempus Sans ITC" panose="04020404030D07020202" pitchFamily="82" charset="0"/>
              </a:rPr>
              <a:t>industrial engineer / business coach / Samaritan by heart</a:t>
            </a:r>
            <a:br>
              <a:rPr lang="en-US" sz="1600" dirty="0">
                <a:latin typeface="Tempus Sans ITC" panose="04020404030D07020202" pitchFamily="82" charset="0"/>
              </a:rPr>
            </a:br>
            <a:br>
              <a:rPr lang="en-US" sz="1600" dirty="0">
                <a:latin typeface="Tempus Sans ITC" panose="04020404030D07020202" pitchFamily="82" charset="0"/>
              </a:rPr>
            </a:br>
            <a:r>
              <a:rPr lang="en-US" sz="1600" b="1" dirty="0">
                <a:solidFill>
                  <a:schemeClr val="tx1">
                    <a:lumMod val="50000"/>
                  </a:schemeClr>
                </a:solidFill>
                <a:latin typeface="Tempus Sans ITC" panose="04020404030D07020202" pitchFamily="82" charset="0"/>
              </a:rPr>
              <a:t>Languages known: </a:t>
            </a:r>
            <a:r>
              <a:rPr lang="en-US" sz="1200" dirty="0">
                <a:latin typeface="Tempus Sans ITC" panose="04020404030D07020202" pitchFamily="82" charset="0"/>
              </a:rPr>
              <a:t>English / Hindi</a:t>
            </a:r>
            <a:br>
              <a:rPr lang="en-US" sz="1600" dirty="0">
                <a:latin typeface="Tempus Sans ITC" panose="04020404030D07020202" pitchFamily="82" charset="0"/>
              </a:rPr>
            </a:br>
            <a:br>
              <a:rPr lang="en-US" sz="1600" dirty="0">
                <a:latin typeface="Tempus Sans ITC" panose="04020404030D07020202" pitchFamily="82" charset="0"/>
              </a:rPr>
            </a:br>
            <a:r>
              <a:rPr lang="en-US" sz="1600" b="1" dirty="0">
                <a:solidFill>
                  <a:schemeClr val="tx1">
                    <a:lumMod val="50000"/>
                  </a:schemeClr>
                </a:solidFill>
                <a:latin typeface="Tempus Sans ITC" panose="04020404030D07020202" pitchFamily="82" charset="0"/>
              </a:rPr>
              <a:t>Geographical coverage for counselling: </a:t>
            </a:r>
            <a:r>
              <a:rPr lang="en-US" sz="1200" dirty="0">
                <a:latin typeface="Tempus Sans ITC" panose="04020404030D07020202" pitchFamily="82" charset="0"/>
              </a:rPr>
              <a:t>Pan India. ESP in the northern and central parts of India  </a:t>
            </a:r>
            <a:br>
              <a:rPr lang="en-US" sz="1600" dirty="0">
                <a:latin typeface="Tempus Sans ITC" panose="04020404030D07020202" pitchFamily="82" charset="0"/>
              </a:rPr>
            </a:br>
            <a:br>
              <a:rPr lang="en-US" sz="1600" dirty="0">
                <a:latin typeface="Tempus Sans ITC" panose="04020404030D07020202" pitchFamily="82" charset="0"/>
              </a:rPr>
            </a:br>
            <a:r>
              <a:rPr lang="en-US" sz="1600" b="1" dirty="0">
                <a:solidFill>
                  <a:schemeClr val="tx1">
                    <a:lumMod val="50000"/>
                  </a:schemeClr>
                </a:solidFill>
                <a:latin typeface="Tempus Sans ITC" panose="04020404030D07020202" pitchFamily="82" charset="0"/>
              </a:rPr>
              <a:t>Mantra of Life: </a:t>
            </a:r>
            <a:r>
              <a:rPr lang="en-US" sz="1200" dirty="0">
                <a:latin typeface="Tempus Sans ITC" panose="04020404030D07020202" pitchFamily="82" charset="0"/>
              </a:rPr>
              <a:t>cultivating compassion through empathy</a:t>
            </a:r>
            <a:endParaRPr lang="en-IN" sz="1200" b="1" dirty="0">
              <a:solidFill>
                <a:schemeClr val="tx1">
                  <a:lumMod val="75000"/>
                  <a:lumOff val="25000"/>
                </a:schemeClr>
              </a:solidFill>
              <a:latin typeface="Tempus Sans ITC" panose="04020404030D07020202" pitchFamily="8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15F53-3FFB-9466-4FF8-4398D05715D6}"/>
              </a:ext>
            </a:extLst>
          </p:cNvPr>
          <p:cNvSpPr txBox="1">
            <a:spLocks/>
          </p:cNvSpPr>
          <p:nvPr/>
        </p:nvSpPr>
        <p:spPr>
          <a:xfrm>
            <a:off x="496529" y="3495371"/>
            <a:ext cx="11198942" cy="2969338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IN" sz="1200" dirty="0">
                <a:latin typeface="Tempus Sans ITC" panose="04020404030D07020202" pitchFamily="82" charset="0"/>
              </a:rPr>
              <a:t>&gt;&gt; Preeti's extensive global corporate experience across some of the renowned multinational corporations has shaped her into a deeply empathetic communicator who recognizes and respects individuals possessing diverse feelings, backgrounds, perspectives,</a:t>
            </a:r>
          </a:p>
          <a:p>
            <a:pPr algn="l"/>
            <a:r>
              <a:rPr lang="en-IN" sz="1200" dirty="0">
                <a:latin typeface="Tempus Sans ITC" panose="04020404030D07020202" pitchFamily="82" charset="0"/>
              </a:rPr>
              <a:t>Emotional Awareness and Empathy. </a:t>
            </a:r>
          </a:p>
          <a:p>
            <a:pPr algn="l"/>
            <a:endParaRPr lang="en-IN" sz="1200" dirty="0">
              <a:latin typeface="Tempus Sans ITC" panose="04020404030D07020202" pitchFamily="82" charset="0"/>
            </a:endParaRPr>
          </a:p>
          <a:p>
            <a:pPr algn="l"/>
            <a:r>
              <a:rPr lang="en-IN" sz="1200" dirty="0">
                <a:latin typeface="Tempus Sans ITC" panose="04020404030D07020202" pitchFamily="82" charset="0"/>
              </a:rPr>
              <a:t>&gt;&gt; Intuitive &amp; observant, Preeti picks up subtle emotional cues by reading vocal tones, facial expressions, and body language &amp; accordingly ensures momentum of conversation. </a:t>
            </a:r>
          </a:p>
          <a:p>
            <a:pPr algn="l"/>
            <a:endParaRPr lang="en-IN" sz="1200" dirty="0">
              <a:latin typeface="Tempus Sans ITC" panose="04020404030D07020202" pitchFamily="82" charset="0"/>
            </a:endParaRPr>
          </a:p>
          <a:p>
            <a:pPr algn="l"/>
            <a:r>
              <a:rPr lang="en-IN" sz="1200" dirty="0">
                <a:latin typeface="Tempus Sans ITC" panose="04020404030D07020202" pitchFamily="82" charset="0"/>
              </a:rPr>
              <a:t>&gt;&gt; she maintains neutral perspectives and a non-judgmental stand. She avoids rushing to conclusions, and consciously looks at situations through the other person's lens.</a:t>
            </a:r>
          </a:p>
          <a:p>
            <a:pPr algn="l"/>
            <a:endParaRPr lang="en-IN" sz="1200" dirty="0">
              <a:latin typeface="Tempus Sans ITC" panose="04020404030D07020202" pitchFamily="82" charset="0"/>
            </a:endParaRPr>
          </a:p>
          <a:p>
            <a:pPr algn="l"/>
            <a:r>
              <a:rPr lang="en-IN" sz="1200" dirty="0">
                <a:latin typeface="Tempus Sans ITC" panose="04020404030D07020202" pitchFamily="82" charset="0"/>
              </a:rPr>
              <a:t>&gt;&gt; As an empathetic listener, she ensures that everyone she talks to feels genuinely heard, deeply understood, respected, and feels confident in a safe environment. </a:t>
            </a:r>
            <a:r>
              <a:rPr lang="en-IN" sz="1200" dirty="0" err="1">
                <a:latin typeface="Tempus Sans ITC" panose="04020404030D07020202" pitchFamily="82" charset="0"/>
              </a:rPr>
              <a:t>preeti</a:t>
            </a:r>
            <a:r>
              <a:rPr lang="en-IN" sz="1200" dirty="0">
                <a:latin typeface="Tempus Sans ITC" panose="04020404030D07020202" pitchFamily="82" charset="0"/>
              </a:rPr>
              <a:t> responds with authentic kindness and concern, utilizing gentle, open-ended questions to deepen her understanding and supporting a compassionate conversation with sensitivity. </a:t>
            </a:r>
          </a:p>
          <a:p>
            <a:pPr algn="l"/>
            <a:endParaRPr lang="en-IN" sz="1200" b="1" dirty="0">
              <a:solidFill>
                <a:schemeClr val="tx1">
                  <a:lumMod val="75000"/>
                  <a:lumOff val="25000"/>
                </a:schemeClr>
              </a:solidFill>
              <a:latin typeface="Tempus Sans ITC" panose="04020404030D07020202" pitchFamily="8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2DE53B-0E09-4C62-E77E-D5197613B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54" y="626361"/>
            <a:ext cx="2115919" cy="251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4538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2944</TotalTime>
  <Words>208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Algerian</vt:lpstr>
      <vt:lpstr>Arial</vt:lpstr>
      <vt:lpstr>Calibri</vt:lpstr>
      <vt:lpstr>Calibri Light</vt:lpstr>
      <vt:lpstr>Tempus Sans ITC</vt:lpstr>
      <vt:lpstr>Celestial</vt:lpstr>
      <vt:lpstr>meet our listeners</vt:lpstr>
      <vt:lpstr>Listener’s Name: preeti gupta  Credentials: industrial engineer / business coach / Samaritan by heart  Languages known: English / Hindi  Geographical coverage for counselling: Pan India. ESP in the northern and central parts of India    Mantra of Life: cultivating compassion through empathy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Captain Vikram</dc:creator>
  <cp:lastModifiedBy>Captain Vikram</cp:lastModifiedBy>
  <cp:revision>79</cp:revision>
  <dcterms:created xsi:type="dcterms:W3CDTF">2026-05-28T06:49:54Z</dcterms:created>
  <dcterms:modified xsi:type="dcterms:W3CDTF">2026-09-02T07:02:56Z</dcterms:modified>
</cp:coreProperties>
</file>